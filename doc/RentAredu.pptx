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2" r:id="rId9"/>
    <p:sldId id="302" r:id="rId10"/>
    <p:sldId id="300" r:id="rId11"/>
    <p:sldId id="301" r:id="rId12"/>
    <p:sldId id="261" r:id="rId13"/>
    <p:sldId id="299" r:id="rId14"/>
    <p:sldId id="303" r:id="rId15"/>
    <p:sldId id="263" r:id="rId16"/>
    <p:sldId id="264" r:id="rId17"/>
    <p:sldId id="265" r:id="rId18"/>
    <p:sldId id="266" r:id="rId19"/>
    <p:sldId id="304" r:id="rId20"/>
    <p:sldId id="305" r:id="rId21"/>
    <p:sldId id="306" r:id="rId22"/>
    <p:sldId id="307" r:id="rId23"/>
    <p:sldId id="308" r:id="rId2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Medium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5098FC-59F3-49B1-B520-84E7691CA013}">
  <a:tblStyle styleId="{5D5098FC-59F3-49B1-B520-84E7691CA0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252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1.fntdata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2828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0015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7926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4493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8210400" cy="1495325"/>
        </p:xfrm>
        <a:graphic>
          <a:graphicData uri="http://schemas.openxmlformats.org/drawingml/2006/table">
            <a:tbl>
              <a:tblPr>
                <a:noFill/>
                <a:tableStyleId>{5D5098FC-59F3-49B1-B520-84E7691CA013}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{5D5098FC-59F3-49B1-B520-84E7691CA013}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1431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Сервис аренды «</a:t>
            </a:r>
            <a:r>
              <a:rPr lang="ru-RU" sz="45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Арендуйка</a:t>
            </a:r>
            <a:r>
              <a:rPr lang="ru-RU" sz="45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MSA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/>
              <a:t>Тема: Онлайн сервис аренды «</a:t>
            </a:r>
            <a:r>
              <a:rPr lang="ru-RU" sz="3000" dirty="0" err="1"/>
              <a:t>Арендуйка</a:t>
            </a:r>
            <a:r>
              <a:rPr lang="ru-RU" sz="3000" dirty="0"/>
              <a:t>»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4" name="Google Shape;164;p37"/>
          <p:cNvPicPr preferRelativeResize="0"/>
          <p:nvPr/>
        </p:nvPicPr>
        <p:blipFill>
          <a:blip r:embed="rId3"/>
          <a:srcRect t="664" b="664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Берендяев Степан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Java 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разработчик, мечтающий начать преподавать…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План</a:t>
            </a:r>
            <a:endParaRPr dirty="0"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1743453066"/>
              </p:ext>
            </p:extLst>
          </p:nvPr>
        </p:nvGraphicFramePr>
        <p:xfrm>
          <a:off x="952500" y="2382125"/>
          <a:ext cx="7239000" cy="2638402"/>
        </p:xfrm>
        <a:graphic>
          <a:graphicData uri="http://schemas.openxmlformats.org/drawingml/2006/table">
            <a:tbl>
              <a:tblPr>
                <a:noFill/>
                <a:tableStyleId>{5D5098FC-59F3-49B1-B520-84E7691CA013}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Выделить доменные области, спроектировать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API,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выбрать инструменты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приложение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Научиться разворачивать приложение в </a:t>
                      </a:r>
                      <a:r>
                        <a:rPr lang="ru-RU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кубернетес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      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Научиться подключать мониторинг и логирование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Выполнить защиту проекта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создать приложение магазина аренды с использование </a:t>
            </a:r>
            <a:r>
              <a:rPr lang="ru-RU" sz="1500" dirty="0" err="1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микросервисной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архитектуры применив основные паттерны </a:t>
            </a:r>
            <a:r>
              <a:rPr lang="ru-RU" sz="1500" dirty="0" err="1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микросервисов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348150" y="0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Основные сценарии</a:t>
            </a:r>
            <a:endParaRPr sz="3000" dirty="0"/>
          </a:p>
        </p:txBody>
      </p:sp>
      <p:pic>
        <p:nvPicPr>
          <p:cNvPr id="5" name="Рисунок 4" descr="Изображение выглядит как человек, одежда, картина, рисуно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9C2F29E-37B9-723D-325B-28B3CA84B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04" y="761997"/>
            <a:ext cx="3790373" cy="3790373"/>
          </a:xfrm>
          <a:prstGeom prst="rect">
            <a:avLst/>
          </a:prstGeom>
        </p:spPr>
      </p:pic>
      <p:pic>
        <p:nvPicPr>
          <p:cNvPr id="9" name="Рисунок 8" descr="Изображение выглядит как одежда, человек, палатка, карти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5471276-429E-9EF2-9496-4288DE657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724" y="761998"/>
            <a:ext cx="3865126" cy="37903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CE0CCB-9936-EDB0-4423-4AEC1F5F8960}"/>
              </a:ext>
            </a:extLst>
          </p:cNvPr>
          <p:cNvSpPr txBox="1"/>
          <p:nvPr/>
        </p:nvSpPr>
        <p:spPr>
          <a:xfrm>
            <a:off x="1034473" y="4687455"/>
            <a:ext cx="2047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Сценарий арендатора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DB4E3-C5AC-D623-5CE8-FE6021E490EB}"/>
              </a:ext>
            </a:extLst>
          </p:cNvPr>
          <p:cNvSpPr txBox="1"/>
          <p:nvPr/>
        </p:nvSpPr>
        <p:spPr>
          <a:xfrm>
            <a:off x="5666509" y="4678219"/>
            <a:ext cx="22541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Сценарий арендодателя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348150" y="0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50DFF7-C818-8902-D439-FE8E0A5C8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03" y="546312"/>
            <a:ext cx="6960052" cy="459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0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0" y="8192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F2CC04-83B3-1B4A-703B-42A2E1C11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513" y="0"/>
            <a:ext cx="5458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32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0" y="8192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C2D9E0-C26E-54B7-6587-0EFF6A73A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393" y="0"/>
            <a:ext cx="339336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98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3393027683"/>
              </p:ext>
            </p:extLst>
          </p:nvPr>
        </p:nvGraphicFramePr>
        <p:xfrm>
          <a:off x="546100" y="1426624"/>
          <a:ext cx="7239000" cy="4149258"/>
        </p:xfrm>
        <a:graphic>
          <a:graphicData uri="http://schemas.openxmlformats.org/drawingml/2006/table">
            <a:tbl>
              <a:tblPr>
                <a:noFill/>
                <a:tableStyleId>{5D5098FC-59F3-49B1-B520-84E7691CA013}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Система контроля версий: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Git</a:t>
                      </a:r>
                      <a:b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Система сборки: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Maven </a:t>
                      </a:r>
                      <a:b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Языки и фреймворки: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java, spring, spring-boot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Тестирование: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testcontainers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junit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Инфраструктура: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minikube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helm, docker,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kafka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traefik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keyckloak</a:t>
                      </a:r>
                      <a:endParaRPr lang="ru-RU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</a:t>
            </a:r>
            <a:r>
              <a:rPr lang="ru-RU" sz="3000" dirty="0"/>
              <a:t>паттерны применялись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4266374934"/>
              </p:ext>
            </p:extLst>
          </p:nvPr>
        </p:nvGraphicFramePr>
        <p:xfrm>
          <a:off x="546100" y="1426624"/>
          <a:ext cx="6749575" cy="2703610"/>
        </p:xfrm>
        <a:graphic>
          <a:graphicData uri="http://schemas.openxmlformats.org/drawingml/2006/table">
            <a:tbl>
              <a:tblPr>
                <a:noFill/>
                <a:tableStyleId>{5D5098FC-59F3-49B1-B520-84E7691CA013}</a:tableStyleId>
              </a:tblPr>
              <a:tblGrid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28575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Авторизация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forwardAuth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c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использованием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API Gateway</a:t>
                      </a:r>
                    </a:p>
                    <a:p>
                      <a:pPr marL="28575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Outbox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для счетов и заказов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8575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Event stream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для пользователей и продуктов.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8575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Idempotent-key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для формирования заказа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8575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САГА хореография. Ордер как ключевой сервис.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8575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REST API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только для взаимодействия с клиентом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8575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Async Kafka</a:t>
                      </a:r>
                    </a:p>
                    <a:p>
                      <a:pPr marL="28575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Стейт машина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для определения жизненного цикла заказа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9468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E3046B-F2DD-3801-7E5F-5ECBE876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нужно улучшать/дорабатывать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A4FE1-752B-8918-7546-44C94EAEBC61}"/>
              </a:ext>
            </a:extLst>
          </p:cNvPr>
          <p:cNvSpPr txBox="1"/>
          <p:nvPr/>
        </p:nvSpPr>
        <p:spPr>
          <a:xfrm>
            <a:off x="500550" y="1426624"/>
            <a:ext cx="7168950" cy="1991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Настроить авторизацию и роли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Пересмотреть где можно использовать </a:t>
            </a:r>
            <a:r>
              <a:rPr lang="es-ES" dirty="0"/>
              <a:t>rest api </a:t>
            </a:r>
            <a:r>
              <a:rPr lang="ru-RU" dirty="0"/>
              <a:t>вместо </a:t>
            </a:r>
            <a:r>
              <a:rPr lang="ru-RU" dirty="0" err="1"/>
              <a:t>кафки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Поиграть с масштабированием (развернуть несколько </a:t>
            </a:r>
            <a:r>
              <a:rPr lang="es-ES" dirty="0"/>
              <a:t>pods</a:t>
            </a:r>
            <a:r>
              <a:rPr lang="ru-RU" dirty="0"/>
              <a:t>/</a:t>
            </a:r>
            <a:r>
              <a:rPr lang="ru-RU" dirty="0" err="1"/>
              <a:t>донастроить</a:t>
            </a:r>
            <a:r>
              <a:rPr lang="ru-RU" dirty="0"/>
              <a:t> </a:t>
            </a:r>
            <a:r>
              <a:rPr lang="ru-RU" dirty="0" err="1"/>
              <a:t>кафку</a:t>
            </a:r>
            <a:r>
              <a:rPr lang="ru-RU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подключить сервис каталог с </a:t>
            </a:r>
            <a:r>
              <a:rPr lang="ru-RU" dirty="0" err="1"/>
              <a:t>noSQL</a:t>
            </a:r>
            <a:r>
              <a:rPr lang="ru-RU" dirty="0"/>
              <a:t> базой данных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внедрить </a:t>
            </a:r>
            <a:r>
              <a:rPr lang="ru-RU" dirty="0" err="1"/>
              <a:t>softDelete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не добавлен </a:t>
            </a:r>
            <a:r>
              <a:rPr lang="ru-RU" dirty="0" err="1"/>
              <a:t>трейсинг</a:t>
            </a:r>
            <a:r>
              <a:rPr lang="ru-RU" dirty="0"/>
              <a:t> в логах</a:t>
            </a:r>
            <a:r>
              <a:rPr lang="en-US" dirty="0"/>
              <a:t>, x-correlation-id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7224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3308130745"/>
              </p:ext>
            </p:extLst>
          </p:nvPr>
        </p:nvGraphicFramePr>
        <p:xfrm>
          <a:off x="952500" y="1718400"/>
          <a:ext cx="7239000" cy="2056264"/>
        </p:xfrm>
        <a:graphic>
          <a:graphicData uri="http://schemas.openxmlformats.org/drawingml/2006/table">
            <a:tbl>
              <a:tblPr>
                <a:noFill/>
                <a:tableStyleId>{5D5098FC-59F3-49B1-B520-84E7691CA013}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Микросервисы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это сложно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Паттернов много и их можно по разному реализовать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Перед внедрение какого либо инструмента нужно обязательно выполнить </a:t>
                      </a:r>
                      <a:r>
                        <a:rPr lang="ru-RU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ресерч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взвесить все за и против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FE45F9-540D-1851-49EF-F0903723E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3" y="4618"/>
            <a:ext cx="903617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422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DB5C9A-1AA0-F088-A8F7-9612990D7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5" y="0"/>
            <a:ext cx="891586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82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35759F-A254-FCDD-4F90-75A8CFD65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9" y="0"/>
            <a:ext cx="90143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455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71C20B-52C6-DB23-D6D8-ABAF789FA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5" y="0"/>
            <a:ext cx="893418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28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6B7E07-6A47-8A3F-69B5-DD8F4E236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4" y="0"/>
            <a:ext cx="90117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52861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1219</TotalTime>
  <Words>315</Words>
  <Application>Microsoft Office PowerPoint</Application>
  <PresentationFormat>Экран (16:9)</PresentationFormat>
  <Paragraphs>73</Paragraphs>
  <Slides>21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Roboto Medium</vt:lpstr>
      <vt:lpstr>Courier New</vt:lpstr>
      <vt:lpstr>Arial</vt:lpstr>
      <vt:lpstr>Roboto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Онлайн сервис аренды «Арендуйка»   </vt:lpstr>
      <vt:lpstr>План</vt:lpstr>
      <vt:lpstr>Презентация PowerPoint</vt:lpstr>
      <vt:lpstr>Основные сценарии</vt:lpstr>
      <vt:lpstr>Что получилось</vt:lpstr>
      <vt:lpstr>Что получилось</vt:lpstr>
      <vt:lpstr>Что получилось</vt:lpstr>
      <vt:lpstr>Какие технологии использовались </vt:lpstr>
      <vt:lpstr>Какие паттерны применялись </vt:lpstr>
      <vt:lpstr>Что нужно улучшать/дорабатывать</vt:lpstr>
      <vt:lpstr>Выводы </vt:lpstr>
      <vt:lpstr>Презентация PowerPoint</vt:lpstr>
      <vt:lpstr>Спасибо за внимание!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Ber Staf</cp:lastModifiedBy>
  <cp:revision>12</cp:revision>
  <dcterms:modified xsi:type="dcterms:W3CDTF">2025-11-30T18:33:08Z</dcterms:modified>
</cp:coreProperties>
</file>